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400" b="0" i="0" u="none" strike="noStrike">
                <a:solidFill>
                  <a:srgbClr val="000000"/>
                </a:solidFill>
                <a:latin typeface="Arial"/>
              </a:rPr>
              <a:t>Strict pass rate (exact match)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Strict pass %</c:v>
                </c:pt>
              </c:strCache>
            </c:strRef>
          </c:tx>
          <c:spPr>
            <a:solidFill>
              <a:srgbClr val="0969DA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5 clips · Orpheus TTS</c:v>
                  </c:pt>
                  <c:pt idx="1">
                    <c:v>5 clips · local Piper TTS</c:v>
                  </c:pt>
                  <c:pt idx="2">
                    <c:v>5 clips · ablation (ours off)</c:v>
                  </c:pt>
                  <c:pt idx="3">
                    <c:v>10 spread · before fixes</c:v>
                  </c:pt>
                  <c:pt idx="4">
                    <c:v>10 spread · with fixes</c:v>
                  </c:pt>
                  <c:pt idx="5">
                    <c:v>10 spread · gpt-oss-20b</c:v>
                  </c:pt>
                  <c:pt idx="6">
                    <c:v>10 spread · 20b + STT-aware guard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80</c:v>
                </c:pt>
                <c:pt idx="1">
                  <c:v>80</c:v>
                </c:pt>
                <c:pt idx="2">
                  <c:v>100</c:v>
                </c:pt>
                <c:pt idx="3">
                  <c:v>30</c:v>
                </c:pt>
                <c:pt idx="4">
                  <c:v>40</c:v>
                </c:pt>
                <c:pt idx="5">
                  <c:v>60</c:v>
                </c:pt>
                <c:pt idx="6">
                  <c:v>50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Scored on Full-Duplex-Bench v3 (arXiv 2604.04847): 100 real human recordings, 12 tools, 4 domains.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clips · Orpheus TTS: 4/5 · 10.1 s
5 clips · local Piper TTS: 4/5 · 5.7 s
5 clips · ablation (ours off): 5/5 · 5.0 s
10 spread · before fixes: 3/10 · 6.1 s
10 spread · with fixes: 4/10 · 6.8 s
10 spread · gpt-oss-20b: 6/10 · 6.3 s
10 spread · 20b + STT-aware guard: 5/10 · 5.6 s (1 clip lost to benchmark client crash)
Full log: docs/FDB_RESULTS.md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7315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Samsung PRISM Y2026 GenAI Hackathon · Theme 05 — Interruptible Real-Time Agents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828800"/>
            <a:ext cx="10789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PARLEY</a:t>
            </a:r>
            <a:endParaRPr lang="en-US" sz="7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0632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LiveKit voice agent that listens through self-corrections before it acts.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2062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8B94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“…move my mortgage autopay to checking — wait, no — make it savings.”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59436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Thapar_The_T_Guys_Theme5 · Thapar Institute of Engineering &amp; Technology, Patiala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changed word, two tool calls, a failed task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58521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don't speak in finished commands. They correct themselves, pause to find an order number, and spell IDs one character at a time.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voice agent that calls a tool the moment it hears a plausible value acts on the abandoned one, then fires a second call for the correction. On FDB-v3 that extra call fails the scenario.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858000" y="1783080"/>
            <a:ext cx="4754880" cy="1874520"/>
          </a:xfrm>
          <a:prstGeom prst="roundRect">
            <a:avLst>
              <a:gd name="adj" fmla="val 5854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0" y="196596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851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&gt;40%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7132320" y="278892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self-correction scenarios failed even by GPT-Realtime, the best system in the FDB-v3 paper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0" y="3931920"/>
            <a:ext cx="4754880" cy="1874520"/>
          </a:xfrm>
          <a:prstGeom prst="roundRect">
            <a:avLst>
              <a:gd name="adj" fmla="val 5854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32320" y="411480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851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0.45</a:t>
            </a:r>
            <a:endParaRPr lang="en-US" sz="4800" dirty="0"/>
          </a:p>
        </p:txBody>
      </p:sp>
      <p:sp>
        <p:nvSpPr>
          <p:cNvPr id="10" name="Text 8"/>
          <p:cNvSpPr txBox="1"/>
          <p:nvPr/>
        </p:nvSpPr>
        <p:spPr>
          <a:xfrm>
            <a:off x="7132320" y="493776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Pass@1 of the paper's stock cascaded agent (Whisper → GPT-4o → TTS), with the gpt-4o judge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217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Full-Duplex-Bench-v3, arXiv 2604.04847 (Apr 2026).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Cancel before effect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2103120"/>
            <a:ext cx="1691640" cy="1417320"/>
          </a:xfrm>
          <a:prstGeom prst="roundRect">
            <a:avLst>
              <a:gd name="adj" fmla="val 7742"/>
            </a:avLst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19456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audio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01752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LiveKit room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167128" y="2807208"/>
            <a:ext cx="146304" cy="0"/>
          </a:xfrm>
          <a:prstGeom prst="line">
            <a:avLst/>
          </a:prstGeom>
          <a:noFill/>
          <a:ln w="25400">
            <a:solidFill>
              <a:srgbClr val="8B949E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331720" y="2103120"/>
            <a:ext cx="1691640" cy="1417320"/>
          </a:xfrm>
          <a:prstGeom prst="roundRect">
            <a:avLst>
              <a:gd name="adj" fmla="val 7742"/>
            </a:avLst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423160" y="219456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Silero VAD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Whisper STT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423160" y="301752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041648" y="2807208"/>
            <a:ext cx="146304" cy="0"/>
          </a:xfrm>
          <a:prstGeom prst="line">
            <a:avLst/>
          </a:prstGeom>
          <a:noFill/>
          <a:ln w="25400">
            <a:solidFill>
              <a:srgbClr val="8B949E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206240" y="2103120"/>
            <a:ext cx="1691640" cy="1417320"/>
          </a:xfrm>
          <a:prstGeom prst="roundRect">
            <a:avLst>
              <a:gd name="adj" fmla="val 7742"/>
            </a:avLst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297680" y="219456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PARLEY turn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detector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297680" y="301752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listening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16168" y="2807208"/>
            <a:ext cx="146304" cy="0"/>
          </a:xfrm>
          <a:prstGeom prst="line">
            <a:avLst/>
          </a:prstGeom>
          <a:noFill/>
          <a:ln w="25400">
            <a:solidFill>
              <a:srgbClr val="8B949E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080760" y="2103120"/>
            <a:ext cx="1691640" cy="1417320"/>
          </a:xfrm>
          <a:prstGeom prst="roundRect">
            <a:avLst>
              <a:gd name="adj" fmla="val 7742"/>
            </a:avLst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172200" y="219456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gpt-oss-120b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172200" y="301752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Groq, tool calls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790688" y="2807208"/>
            <a:ext cx="146304" cy="0"/>
          </a:xfrm>
          <a:prstGeom prst="line">
            <a:avLst/>
          </a:prstGeom>
          <a:noFill/>
          <a:ln w="25400">
            <a:solidFill>
              <a:srgbClr val="8B949E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955280" y="2103120"/>
            <a:ext cx="1691640" cy="1417320"/>
          </a:xfrm>
          <a:prstGeom prst="roundRect">
            <a:avLst>
              <a:gd name="adj" fmla="val 7742"/>
            </a:avLst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046720" y="219456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canonicaliser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ToolGuard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046720" y="301752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· dedupe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665208" y="2807208"/>
            <a:ext cx="146304" cy="0"/>
          </a:xfrm>
          <a:prstGeom prst="line">
            <a:avLst/>
          </a:prstGeom>
          <a:noFill/>
          <a:ln w="25400">
            <a:solidFill>
              <a:srgbClr val="8B949E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829800" y="2103120"/>
            <a:ext cx="1691640" cy="1417320"/>
          </a:xfrm>
          <a:prstGeom prst="roundRect">
            <a:avLst>
              <a:gd name="adj" fmla="val 7742"/>
            </a:avLst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921240" y="219456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FDB-v3 APIs →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Piper TTS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9921240" y="301752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voice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40690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detector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448056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learned endpointer holds the turn while the words end on “no”, “I mean”, a dangling word or a trailing “…”.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4297680" y="40690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ToolGuard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4297680" y="448056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call waits 0.3 s and runs only if the user is silent and nothing they said is still in STT — else “not executed”. Identical (tool, args) runs once.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8138160" y="40690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 of the stock agent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8138160" y="448056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12 tools, schemas and logs as FDB-v3’s cascaded agent, so the benchmark scores it like the baseline.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PARLEY adds, and the failure each one fixes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94960" cy="2011680"/>
          </a:xfrm>
          <a:prstGeom prst="roundRect">
            <a:avLst>
              <a:gd name="adj" fmla="val 5455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9659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waits for silence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2316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call is deferred while the user is talking, or while their last words are still being transcribed.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2461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7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Self-correction clip: two calls (checking, savings) → one call on savings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783080"/>
            <a:ext cx="5394960" cy="2011680"/>
          </a:xfrm>
          <a:prstGeom prst="roundRect">
            <a:avLst>
              <a:gd name="adj" fmla="val 5455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92240" y="19659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detector reads Whisper right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242316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“I’m” and a pause-capitalised word are not proper nouns; a trailing “…” is not a finished value.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32461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7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Trailing-off turn: 0.986 “done” → 0.011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023360"/>
            <a:ext cx="5394960" cy="2011680"/>
          </a:xfrm>
          <a:prstGeom prst="roundRect">
            <a:avLst>
              <a:gd name="adj" fmla="val 5455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42062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Spoken IDs canonicalised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66344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“P-5-2” → “P52”, only in ID arguments whose pieces are ≤ 3 characters. The prompt version was ignored by the LLM.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54864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7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Spelled-ID clip now passes exact match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17920" y="4023360"/>
            <a:ext cx="5394960" cy="2011680"/>
          </a:xfrm>
          <a:prstGeom prst="roundRect">
            <a:avLst>
              <a:gd name="adj" fmla="val 5455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92240" y="42062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TTS, patient retries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466344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Piper speaks on CPU (Groq's free TTS allows 100 requests a day). LLM retries 6 × 3 s instead of giving up after ~7 s.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492240" y="54864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7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latency 10.1 s → 5.7 s on the same clips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FDB-V3 RESULTS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Results: small samples, reported as measured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691640"/>
          <a:ext cx="67665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589520" y="17373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before comparing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7589520" y="2194560"/>
            <a:ext cx="41148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Exact-match scoring only: no OpenAI key, so FDB-v3's gpt-4o judge did not run.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5–10 clips per run. The same clip has flipped between pass and fail on replays. The 20b rows exist because 120b's daily quota was spent.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without a GPU, on a local LiveKit server; latency is from that box.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100-clip run yet: Groq's free tier caps each tool-calling model at 200K tokens/day, and a clip costs ~4K.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FINDINGS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ablation actually says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3200400"/>
          </a:xfrm>
          <a:prstGeom prst="roundRect">
            <a:avLst>
              <a:gd name="adj" fmla="val 3429"/>
            </a:avLst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05740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5 easy clips: no benefit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834640"/>
            <a:ext cx="3017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our turn detector and guard switched off, the same 5 clips scored 5/5 vs our 4/5, and 0.6 s faster. The differing clip flips on replays, so it is noise. None of those clips has a self-correction.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43400" y="1828800"/>
            <a:ext cx="3520440" cy="3200400"/>
          </a:xfrm>
          <a:prstGeom prst="roundRect">
            <a:avLst>
              <a:gd name="adj" fmla="val 3429"/>
            </a:avLst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17720" y="205740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does work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617720" y="2834640"/>
            <a:ext cx="3017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spread set, the guard deferred 4–5 premature calls per run. The self-correction clip went from calling the abandoned value to one call on the corrected one.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138160" y="1828800"/>
            <a:ext cx="3520440" cy="3200400"/>
          </a:xfrm>
          <a:prstGeom prst="roundRect">
            <a:avLst>
              <a:gd name="adj" fmla="val 3429"/>
            </a:avLst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12480" y="205740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no agent change fixes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8412480" y="2834640"/>
            <a:ext cx="3017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spoken city or destination never reaches the transcript, the agent correctly asks for it. Exact match also rejects synonyms such as filter names that a judge might accept.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USE CASE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Extension: troubleshooting through the camera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60350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separate live LiveKit agent (fdb/agent_extension.py): the user points their phone camera at a TV, router or washer and asks what's wrong. One tool reads the latest frame: error code, LED colour, or on-screen text.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outcomes only: a diagnosis with the manual's steps, a question naming both candidates, or a request for a better shot. It asks rather than guesses.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phone frames, held out: 5/9 diagnosed (every real 'No Signal' TV), 4 abstained, 0 wrong. The colour model was trained on synthetic frames only; routers and washers on camera are not yet proven. Not part of the FDB-v3 scores.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040880" y="1828800"/>
            <a:ext cx="4572000" cy="3931920"/>
          </a:xfrm>
          <a:prstGeom prst="roundRect">
            <a:avLst>
              <a:gd name="adj" fmla="val 2791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0" y="2057400"/>
            <a:ext cx="40233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(video)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Camera away from the device → it asks to see it, no guess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 real TV showing 'No Signal' → diagnosed from the screen text, fix read out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Groq's free voice quota runs out → offline Piper voice takes over, no drop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next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457200" cy="457200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78308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100-clip run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16712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more LLM quota than the free tier gives in a day, or the LLM served locally on the evaluation GPU (e.g. gpt-oss-20b under vLLM).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457200" cy="457200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88036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with the gpt-4o judge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26440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numbers are exact-match; the paper's are judged. A like-for-like comparison needs one judged run.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023360"/>
            <a:ext cx="457200" cy="457200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97764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Audio-aware turn-taking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3616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endpointer reads words only. An open audio model such as Pipecat’s Smart Turn v3 (BSD-2, ~12 ms on CPU) could hear a trailing-off tone the transcript hides.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5120640"/>
            <a:ext cx="457200" cy="457200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5120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507492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 on self-correction clips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545896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the guard and turn detector on the 21 self-correction scenarios they were built for, not on easy clips.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PARLEY — listens through self-corrections before it acts</dc:title>
  <dc:subject>PptxGenJS Presentation</dc:subject>
  <dc:creator>Thapar_The_T_Guys_Theme5</dc:creator>
  <cp:lastModifiedBy>Thapar_The_T_Guys_Theme5</cp:lastModifiedBy>
  <cp:revision>1</cp:revision>
  <dcterms:created xsi:type="dcterms:W3CDTF">2026-09-30T14:27:03Z</dcterms:created>
  <dcterms:modified xsi:type="dcterms:W3CDTF">2026-09-30T14:27:03Z</dcterms:modified>
</cp:coreProperties>
</file>