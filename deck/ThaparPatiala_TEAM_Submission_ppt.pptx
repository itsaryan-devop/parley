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PARLEY. Theme 5. The thesis in one line: interruption handling is a dataflow problem, not a control-flow problem. Everything else follows from taking that seriously.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Stopping the voice is right — the user no longer wants to hear the sentence. Stopping the work is wrong — they may still want the flight search that is 80%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whole thesis. Every in-flight call records which slots fed its arguments, so a slot correction invalidates exactly its readers — a dict lookup, not a judgement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Floor verbs come from the overlapping-speech literature (arXiv 2609.13117). The work axis is ours. Telling SELF_REPAIR from SLOT_CORRECTION uses Shriberg's disfluency structure: they differ in what the repair does to the value.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Cancellation happens BEFORE state is mutated. Patch the slot first and the in-flight call looks consistent with the new value, so it survives when it should die — invisible in a passing demo, fatal on the hidden 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Undecidable media is generated separately and held out of training entirely. Teaching a classifier to pick one label for a frame with two LEDs lit would train away the behaviour that scores.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Expectations are deliberately not checked under perturbation: move an interruption 200 ms later and the call has already finished, so cancelling it becomes impossible rather than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limitations slide deliberately. The jury asks about trade-offs, and a team that already knows its own weak points answers better than one defending a claim.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73736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0" b="1" spc="300" kern="0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PARLEY</a:t>
            </a:r>
            <a:endParaRPr lang="en-US" sz="8200" dirty="0"/>
          </a:p>
        </p:txBody>
      </p:sp>
      <p:sp>
        <p:nvSpPr>
          <p:cNvPr id="3" name="Text 1"/>
          <p:cNvSpPr txBox="1"/>
          <p:nvPr/>
        </p:nvSpPr>
        <p:spPr>
          <a:xfrm>
            <a:off x="868680" y="306324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interruption-native coordination kernel for full-duplex voice agents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4069080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Samsung PRISM Y2026 GenAI Hackathon (3rd Edition)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05 — Interruptible Real-Time Agents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ThaparPatiala_TEAM · Thapar Institute of Engineering &amp; Technology, Patiala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778240" y="1901952"/>
            <a:ext cx="2743200" cy="18288"/>
          </a:xfrm>
          <a:prstGeom prst="rect">
            <a:avLst/>
          </a:prstGeom>
          <a:solidFill>
            <a:srgbClr val="2B32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78240" y="1783080"/>
            <a:ext cx="822960" cy="182880"/>
          </a:xfrm>
          <a:prstGeom prst="roundRect">
            <a:avLst>
              <a:gd name="adj" fmla="val 250000"/>
            </a:avLst>
          </a:prstGeom>
          <a:solidFill>
            <a:srgbClr val="58A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930384" y="1783080"/>
            <a:ext cx="603504" cy="182880"/>
          </a:xfrm>
          <a:prstGeom prst="roundRect">
            <a:avLst>
              <a:gd name="adj" fmla="val 250000"/>
            </a:avLst>
          </a:prstGeom>
          <a:solidFill>
            <a:srgbClr val="58A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778240" y="2322576"/>
            <a:ext cx="2743200" cy="18288"/>
          </a:xfrm>
          <a:prstGeom prst="rect">
            <a:avLst/>
          </a:prstGeom>
          <a:solidFill>
            <a:srgbClr val="2B32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15400" y="2203704"/>
            <a:ext cx="713232" cy="182880"/>
          </a:xfrm>
          <a:prstGeom prst="roundRect">
            <a:avLst>
              <a:gd name="adj" fmla="val 250000"/>
            </a:avLst>
          </a:prstGeom>
          <a:solidFill>
            <a:srgbClr val="3FB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0" y="2203704"/>
            <a:ext cx="932688" cy="182880"/>
          </a:xfrm>
          <a:prstGeom prst="roundRect">
            <a:avLst>
              <a:gd name="adj" fmla="val 250000"/>
            </a:avLst>
          </a:prstGeom>
          <a:solidFill>
            <a:srgbClr val="3FB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78240" y="2743200"/>
            <a:ext cx="2743200" cy="18288"/>
          </a:xfrm>
          <a:prstGeom prst="rect">
            <a:avLst/>
          </a:prstGeom>
          <a:solidFill>
            <a:srgbClr val="2B32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833104" y="2624328"/>
            <a:ext cx="1042416" cy="182880"/>
          </a:xfrm>
          <a:prstGeom prst="roundRect">
            <a:avLst>
              <a:gd name="adj" fmla="val 250000"/>
            </a:avLst>
          </a:prstGeom>
          <a:solidFill>
            <a:srgbClr val="A371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78240" y="3163824"/>
            <a:ext cx="2743200" cy="18288"/>
          </a:xfrm>
          <a:prstGeom prst="rect">
            <a:avLst/>
          </a:prstGeom>
          <a:solidFill>
            <a:srgbClr val="2B32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875520" y="3044952"/>
            <a:ext cx="438912" cy="182880"/>
          </a:xfrm>
          <a:prstGeom prst="roundRect">
            <a:avLst>
              <a:gd name="adj" fmla="val 250000"/>
            </a:avLst>
          </a:prstGeom>
          <a:solidFill>
            <a:srgbClr val="F851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778240" y="3584448"/>
            <a:ext cx="2743200" cy="18288"/>
          </a:xfrm>
          <a:prstGeom prst="rect">
            <a:avLst/>
          </a:prstGeom>
          <a:solidFill>
            <a:srgbClr val="2B32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985248" y="3465576"/>
            <a:ext cx="1371600" cy="182880"/>
          </a:xfrm>
          <a:prstGeom prst="roundRect">
            <a:avLst>
              <a:gd name="adj" fmla="val 250000"/>
            </a:avLst>
          </a:prstGeom>
          <a:solidFill>
            <a:srgbClr val="A371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778240" y="4069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timeline · one trace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PROBLEM, IN OUR OWN WORDS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interrupt. Assistants take turns.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760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half-duplex assistant owns the microphone in phases: listen, think, speak — each excluding the others. People do not work like that. They interrupt. They correct themselves mid-noun-phrase. They change their mind while the machine is three tool calls deep into the plan they just abandoned.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42900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obvious fix is worse than the disease.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840480"/>
            <a:ext cx="5760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“On interrupt, throw the plan away and start over” discards work that was still valid, re-runs calls that already had side effects, and produces an assistant that is responsive and wrong instead of slow and right.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720840" y="1600200"/>
            <a:ext cx="4892040" cy="4023360"/>
          </a:xfrm>
          <a:prstGeom prst="roundRect">
            <a:avLst>
              <a:gd name="adj" fmla="val 1364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040880" y="18288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every framework we surveyed does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059168" y="2386584"/>
            <a:ext cx="146304" cy="146304"/>
          </a:xfrm>
          <a:prstGeom prst="roundRect">
            <a:avLst>
              <a:gd name="adj" fmla="val 250000"/>
            </a:avLst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0" y="233172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Pipecat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315200" y="258775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cancels any pending tasks in LLM and TTS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059168" y="3163824"/>
            <a:ext cx="146304" cy="146304"/>
          </a:xfrm>
          <a:prstGeom prst="roundRect">
            <a:avLst>
              <a:gd name="adj" fmla="val 250000"/>
            </a:avLst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0" y="310896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LiveKit Agents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0" y="336499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stops the TTS stream and clears the output buffer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059168" y="3941064"/>
            <a:ext cx="146304" cy="146304"/>
          </a:xfrm>
          <a:prstGeom prst="roundRect">
            <a:avLst>
              <a:gd name="adj" fmla="val 250000"/>
            </a:avLst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0" y="388620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TASTE2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0" y="414223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 fixed four-step teardown on barge-in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040880" y="475488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conflate STOP SPEAKING with STOP WORKING.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conflation is the bug.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INSIGHT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Exactly one thing changed. Kill exactly what read it.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“…to Delhi — no, Mumbai.” One slot changed value. The right response is not to re-plan; it is to work out which in-flight computations read that slot, cancel precisely those, and leave everything else running.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697480"/>
            <a:ext cx="11064240" cy="2331720"/>
          </a:xfrm>
          <a:prstGeom prst="roundRect">
            <a:avLst>
              <a:gd name="adj" fmla="val 2353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532120" y="3154680"/>
            <a:ext cx="22860" cy="1600200"/>
          </a:xfrm>
          <a:prstGeom prst="rect">
            <a:avLst/>
          </a:prstGeom>
          <a:solidFill>
            <a:srgbClr val="58A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28529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“no, Mumbai”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25526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search_flights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651760" y="3273552"/>
            <a:ext cx="2880360" cy="219456"/>
          </a:xfrm>
          <a:prstGeom prst="roundRect">
            <a:avLst>
              <a:gd name="adj" fmla="val 208333"/>
            </a:avLst>
          </a:prstGeom>
          <a:solidFill>
            <a:srgbClr val="F851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41848" y="3255264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destination  →  cancelled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76732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search_hotels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063240" y="3785616"/>
            <a:ext cx="4663440" cy="219456"/>
          </a:xfrm>
          <a:prstGeom prst="roundRect">
            <a:avLst>
              <a:gd name="adj" fmla="val 208333"/>
            </a:avLst>
          </a:prstGeom>
          <a:solidFill>
            <a:srgbClr val="3FB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36408" y="376732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read it  →  survives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27939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search_flights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0" y="4297680"/>
            <a:ext cx="3017520" cy="219456"/>
          </a:xfrm>
          <a:prstGeom prst="roundRect">
            <a:avLst>
              <a:gd name="adj" fmla="val 208333"/>
            </a:avLst>
          </a:prstGeom>
          <a:solidFill>
            <a:srgbClr val="A371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796528" y="42793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37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re-planned on the new value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59028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pipeline flush kills the hotel search too — and gains nothing for it.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2578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Over-cancelling scores as badly as under-cancelling: task completion (40%) falls while nothing is gained on interruption recovery (35%).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TAXONOMY IS A MATRIX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interruption forces two decisions, not one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policy is what happens to our voice. Work policy is what happens to our in-flight tool calls. They are independent. The naive system is the diagonal — yield implies cancel everything — and the score lives off it.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2788920" y="26060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ALL WORK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5760720" y="26060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CANCEL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8732520" y="26060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ALL WORK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063240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</a:t>
            </a:r>
            <a:endParaRPr lang="en-US" sz="1200" dirty="0"/>
          </a:p>
          <a:p>
            <a:pPr algn="r"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speaking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77640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</a:t>
            </a:r>
            <a:endParaRPr lang="en-US" sz="1200" dirty="0"/>
          </a:p>
          <a:p>
            <a:pPr algn="r"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utterance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892040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YIELD</a:t>
            </a:r>
            <a:endParaRPr lang="en-US" sz="1200" dirty="0"/>
          </a:p>
          <a:p>
            <a:pPr algn="r"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88920" y="3063240"/>
            <a:ext cx="2834640" cy="804672"/>
          </a:xfrm>
          <a:prstGeom prst="roundRect">
            <a:avLst>
              <a:gd name="adj" fmla="val 681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944368" y="3236976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136392" y="317296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SELF_REPAIR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944368" y="3465576"/>
            <a:ext cx="2523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“book the… uh… the Tuesday one”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788920" y="3977640"/>
            <a:ext cx="2834640" cy="804672"/>
          </a:xfrm>
          <a:prstGeom prst="roundRect">
            <a:avLst>
              <a:gd name="adj" fmla="val 681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944368" y="4151376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136392" y="408736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REFINEMENT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2944368" y="4379976"/>
            <a:ext cx="2523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“make it morning flights only”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788920" y="4892040"/>
            <a:ext cx="2834640" cy="804672"/>
          </a:xfrm>
          <a:prstGeom prst="roundRect">
            <a:avLst>
              <a:gd name="adj" fmla="val 681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944368" y="5065776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136392" y="500176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BARGE_IN · REPEAT · BACKCHANNEL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2944368" y="5294376"/>
            <a:ext cx="2523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“hold on” · “say that again” · “mhm”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760720" y="4892040"/>
            <a:ext cx="2834640" cy="804672"/>
          </a:xfrm>
          <a:prstGeom prst="roundRect">
            <a:avLst>
              <a:gd name="adj" fmla="val 681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916168" y="5065776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A371F7"/>
          </a:solidFill>
          <a:ln w="12700">
            <a:solidFill>
              <a:srgbClr val="A371F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108192" y="500176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SLOT_CORRECTION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916168" y="5294376"/>
            <a:ext cx="2523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“…to Delhi — no, Mumbai”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732520" y="4892040"/>
            <a:ext cx="2834640" cy="804672"/>
          </a:xfrm>
          <a:prstGeom prst="roundRect">
            <a:avLst>
              <a:gd name="adj" fmla="val 681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887968" y="5065776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079992" y="500176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GOAL_SWITCH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887968" y="5294376"/>
            <a:ext cx="2523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“forget flights, find a hotel”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587044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amber cell is where every framework we surveyed is wrong: yield the floor, keep every call. Cancelling there throws away valid work — and re-running it afterwards is the “stale re-run” the 35% block penalises.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PATH, SLOW PATH, ONE TRACE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8686800" cy="475488"/>
          </a:xfrm>
          <a:prstGeom prst="roundRect">
            <a:avLst>
              <a:gd name="adj" fmla="val 1153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719072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41832" y="1655064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6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IN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941832" y="1901952"/>
            <a:ext cx="81381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 chunks   ·   WAV clips   ·   PNG frames   ·   interrupt signals   ·   tool results   ·   tool manifest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304288"/>
            <a:ext cx="8686800" cy="932688"/>
          </a:xfrm>
          <a:prstGeom prst="roundRect">
            <a:avLst>
              <a:gd name="adj" fmla="val 5882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49808" y="2450592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41832" y="2386584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6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PATH — pure Python, zero inference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941832" y="2633472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Interpreter  rules + learned classifier over one feature vector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FloorManager  provable-speech gate · filler rationing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3493008"/>
            <a:ext cx="8686800" cy="1115568"/>
          </a:xfrm>
          <a:prstGeom prst="roundRect">
            <a:avLst>
              <a:gd name="adj" fmla="val 491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49808" y="3639312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A371F7"/>
          </a:solidFill>
          <a:ln w="12700">
            <a:solidFill>
              <a:srgbClr val="A371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41832" y="3575304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60" kern="0" dirty="0">
                <a:solidFill>
                  <a:srgbClr val="A37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COORDINATION KERNEL — 75% of the score is decided here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941832" y="3822192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CallRegistry  slot → in-flight readers index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Dispatcher  cancellation-safe dispatch · join · supersede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IdempotencyLedger  claimed BEFORE dispatch · verify → compensate → or disclose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4864608"/>
            <a:ext cx="8686800" cy="749808"/>
          </a:xfrm>
          <a:prstGeom prst="roundRect">
            <a:avLst>
              <a:gd name="adj" fmla="val 7317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49808" y="5010912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41832" y="4946904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60" kern="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PATH — never blocks the fast path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941832" y="5193792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Planner  manifest-driven · speculative before end-of-turn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Perception  PNG/WAV → features → calibrated softmax + abstention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5870448"/>
            <a:ext cx="8686800" cy="475488"/>
          </a:xfrm>
          <a:prstGeom prst="roundRect">
            <a:avLst>
              <a:gd name="adj" fmla="val 1153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49808" y="6016752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41832" y="5952744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6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OUT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941832" y="6199632"/>
            <a:ext cx="81381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   ·   tool_call   ·   cancel   ·   clarify   ·   final response + state snapshot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64608" y="2103120"/>
            <a:ext cx="18288" cy="164592"/>
          </a:xfrm>
          <a:prstGeom prst="rect">
            <a:avLst/>
          </a:prstGeom>
          <a:solidFill>
            <a:srgbClr val="6E7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64608" y="3291840"/>
            <a:ext cx="18288" cy="164592"/>
          </a:xfrm>
          <a:prstGeom prst="rect">
            <a:avLst/>
          </a:prstGeom>
          <a:solidFill>
            <a:srgbClr val="6E7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864608" y="4663440"/>
            <a:ext cx="18288" cy="164592"/>
          </a:xfrm>
          <a:prstGeom prst="rect">
            <a:avLst/>
          </a:prstGeom>
          <a:solidFill>
            <a:srgbClr val="6E7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864608" y="5669280"/>
            <a:ext cx="18288" cy="164592"/>
          </a:xfrm>
          <a:prstGeom prst="rect">
            <a:avLst/>
          </a:prstGeom>
          <a:solidFill>
            <a:srgbClr val="6E7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464040" y="1572768"/>
            <a:ext cx="2148840" cy="4773168"/>
          </a:xfrm>
          <a:prstGeom prst="roundRect">
            <a:avLst>
              <a:gd name="adj" fmla="val 2553"/>
            </a:avLst>
          </a:prstGeom>
          <a:solidFill>
            <a:srgbClr val="12181F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9646920" y="17830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TRACE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9646920" y="2240280"/>
            <a:ext cx="17830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event, action and kernel decision, append-only, on one virtual clock.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reads trace logs — so the trace is not telemetry. It is the scoring surface.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action that is not logged did not happen.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9646920" y="58064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viz/timeline.html replays it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75% OF EVERY SCENARIO IS DECIDED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guarantees in the kernel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49240" cy="1965960"/>
          </a:xfrm>
          <a:prstGeom prst="roundRect">
            <a:avLst>
              <a:gd name="adj" fmla="val 2791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947672"/>
            <a:ext cx="384048" cy="38404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19659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947672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leaves the trace unaccounted for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96312"/>
            <a:ext cx="4828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 is wrapped so the cancellation path writes its outcome on the way out — plus a done-callback, because a task cancelled before its first step never runs its body at all.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63640" y="1691640"/>
            <a:ext cx="5349240" cy="1965960"/>
          </a:xfrm>
          <a:prstGeom prst="roundRect">
            <a:avLst>
              <a:gd name="adj" fmla="val 2791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19672" y="1947672"/>
            <a:ext cx="384048" cy="384048"/>
          </a:xfrm>
          <a:prstGeom prst="ellipse">
            <a:avLst/>
          </a:prstGeom>
          <a:solidFill>
            <a:srgbClr val="A371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19672" y="19659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040880" y="1947672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changes are claimed before dispatch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496312"/>
            <a:ext cx="4828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Claiming after is a race that two re-plans five milliseconds apart will lose. Failed and compensated are retryable; succeeded and in-flight are not.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886200"/>
            <a:ext cx="5349240" cy="1965960"/>
          </a:xfrm>
          <a:prstGeom prst="roundRect">
            <a:avLst>
              <a:gd name="adj" fmla="val 2791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" y="4142232"/>
            <a:ext cx="384048" cy="38404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04672" y="41605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4142232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Confirming an in-flight call joins it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690872"/>
            <a:ext cx="4828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Rather than issuing a second one. Without join, speculation manufactures exactly the duplicate state changes the safety block penalises.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63640" y="3886200"/>
            <a:ext cx="5349240" cy="1965960"/>
          </a:xfrm>
          <a:prstGeom prst="roundRect">
            <a:avLst>
              <a:gd name="adj" fmla="val 2791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19672" y="4142232"/>
            <a:ext cx="384048" cy="38404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19672" y="41605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040880" y="4142232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cancel is a request, not a fact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6537960" y="4690872"/>
            <a:ext cx="4828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Cancelling a state-modifying call yields CANCELLED_UNCERTAIN — the cancel may have landed after the effect committed. Resolved by probing a declared verifier, compensating via a declared inverse, or saying out loud that we cannot tell.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fourth is the one most designs collapse to a boolean — and it is how a state snapshot silently stops matching the world.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— THE LARGEST SINGLE LEVER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Perception that knows when it doesn’t know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the hidden set is audio or visual, at a 1.5× multiplier. Frames and clips are acknowledged immediately and decoded as background tasks — “behind conversational acknowledgments” is a concurrency requirement, not a tone.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8892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nobody mentions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182112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logistic regression is badly overconfident off-distribution. Ours labelled blown-out photographs and frames with two LEDs lit at ~0.9 confidence — exactly the confidently-wrong perception objective 5 penalises twice.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6928" y="4361688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4315968"/>
            <a:ext cx="5440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calibration, constrained to T ≥ 1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590288"/>
            <a:ext cx="5440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Unconstrained it fitted to 0.50 — a perfectly separated validation set drives the NLL optimum to zero. Calibration may soften; never sharpen.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5349240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303520"/>
            <a:ext cx="5440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Mahalanobis abstention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5577840"/>
            <a:ext cx="5440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Thresholded by how far genuine in-distribution data actually reaches. A false abstention costs one question; a false confident answer costs task completion and truthfulness.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83680" y="1600200"/>
            <a:ext cx="5029200" cy="4572000"/>
          </a:xfrm>
          <a:prstGeom prst="roundRect">
            <a:avLst>
              <a:gd name="adj" fmla="val 1200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858000" y="182880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outcomes, not two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858000" y="2377440"/>
            <a:ext cx="128016" cy="128016"/>
          </a:xfrm>
          <a:prstGeom prst="roundRect">
            <a:avLst>
              <a:gd name="adj" fmla="val 285714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086600" y="23317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235000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winner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7086600" y="2642616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“That’s the power LED — here’s what solid red means.”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858000" y="3547872"/>
            <a:ext cx="128016" cy="128016"/>
          </a:xfrm>
          <a:prstGeom prst="roundRect">
            <a:avLst>
              <a:gd name="adj" fmla="val 285714"/>
            </a:avLst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86600" y="35021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0" y="35204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labels too close to separate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7086600" y="3813048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can’t tell from the picture — is it the power LED or the WAN LED?”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858000" y="4718304"/>
            <a:ext cx="128016" cy="128016"/>
          </a:xfrm>
          <a:prstGeom prst="roundRect">
            <a:avLst>
              <a:gd name="adj" fmla="val 285714"/>
            </a:avLst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086600" y="467258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DECLINE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8229600" y="469087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resembling the training distribution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7086600" y="4983480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couldn’t make that out — could you describe it?”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6858000" y="57150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of undecidable frames and 11/12 undecidable clips are refused rather than guessed.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STRICTLY FROM TRACE LOGS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64240" cy="1600200"/>
          </a:xfrm>
          <a:prstGeom prst="roundRect">
            <a:avLst>
              <a:gd name="adj" fmla="val 3429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3FB9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22/22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517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scenarios pass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declared check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3383280" y="18745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109.5</a:t>
            </a:r>
            <a:endParaRPr lang="en-US" sz="46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26517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score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(quality multiplier on 100)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0" y="18745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58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1980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5943600" y="26517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perturbed runs holding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invariant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503920" y="187452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A371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254</a:t>
            </a:r>
            <a:endParaRPr lang="en-US" sz="4600" dirty="0"/>
          </a:p>
        </p:txBody>
      </p:sp>
      <p:sp>
        <p:nvSpPr>
          <p:cNvPr id="12" name="Text 10"/>
          <p:cNvSpPr txBox="1"/>
          <p:nvPr/>
        </p:nvSpPr>
        <p:spPr>
          <a:xfrm>
            <a:off x="8503920" y="265176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tests, including every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end-to-end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4747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component, averaged across the suite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9319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2880360" y="393192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520440" y="3977640"/>
            <a:ext cx="1828800" cy="164592"/>
          </a:xfrm>
          <a:prstGeom prst="roundRect">
            <a:avLst>
              <a:gd name="adj" fmla="val 27777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520440" y="3977640"/>
            <a:ext cx="1828800" cy="164592"/>
          </a:xfrm>
          <a:prstGeom prst="roundRect">
            <a:avLst>
              <a:gd name="adj" fmla="val 277778"/>
            </a:avLst>
          </a:prstGeom>
          <a:solidFill>
            <a:srgbClr val="3FB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40680" y="3931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4622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Interruption recovery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2880360" y="446227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35%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520440" y="4507992"/>
            <a:ext cx="1828800" cy="164592"/>
          </a:xfrm>
          <a:prstGeom prst="roundRect">
            <a:avLst>
              <a:gd name="adj" fmla="val 27777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0440" y="4507992"/>
            <a:ext cx="1828800" cy="164592"/>
          </a:xfrm>
          <a:prstGeom prst="roundRect">
            <a:avLst>
              <a:gd name="adj" fmla="val 277778"/>
            </a:avLst>
          </a:prstGeom>
          <a:solidFill>
            <a:srgbClr val="3FB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40680" y="44622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99262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latency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2880360" y="499262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3520440" y="5038344"/>
            <a:ext cx="1828800" cy="164592"/>
          </a:xfrm>
          <a:prstGeom prst="roundRect">
            <a:avLst>
              <a:gd name="adj" fmla="val 27777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20440" y="5038344"/>
            <a:ext cx="1828800" cy="164592"/>
          </a:xfrm>
          <a:prstGeom prst="roundRect">
            <a:avLst>
              <a:gd name="adj" fmla="val 277778"/>
            </a:avLst>
          </a:prstGeom>
          <a:solidFill>
            <a:srgbClr val="3FB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40680" y="499262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5229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protocol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2880360" y="5522976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3520440" y="5568696"/>
            <a:ext cx="1828800" cy="164592"/>
          </a:xfrm>
          <a:prstGeom prst="roundRect">
            <a:avLst>
              <a:gd name="adj" fmla="val 27777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520440" y="5568696"/>
            <a:ext cx="1828800" cy="164592"/>
          </a:xfrm>
          <a:prstGeom prst="roundRect">
            <a:avLst>
              <a:gd name="adj" fmla="val 277778"/>
            </a:avLst>
          </a:prstGeom>
          <a:solidFill>
            <a:srgbClr val="3FB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440680" y="55229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355080" y="3429000"/>
            <a:ext cx="5257800" cy="2743200"/>
          </a:xfrm>
          <a:prstGeom prst="roundRect">
            <a:avLst>
              <a:gd name="adj" fmla="val 2000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6629400" y="3639312"/>
            <a:ext cx="4709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modality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6629400" y="3968496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hidden set applies 1.5× to multimodal scenarios, and half of it is multimodal.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647688" y="4626864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876288" y="45720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8046720" y="45902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scenarios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9601200" y="4572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110.4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647688" y="5138928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A371F7"/>
          </a:solidFill>
          <a:ln w="12700">
            <a:solidFill>
              <a:srgbClr val="A371F7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876288" y="508406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</a:t>
            </a:r>
            <a:endParaRPr lang="en-US" sz="1250" dirty="0"/>
          </a:p>
        </p:txBody>
      </p:sp>
      <p:sp>
        <p:nvSpPr>
          <p:cNvPr id="43" name="Text 41"/>
          <p:cNvSpPr txBox="1"/>
          <p:nvPr/>
        </p:nvSpPr>
        <p:spPr>
          <a:xfrm>
            <a:off x="8046720" y="51023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scenarios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9601200" y="50840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37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108.0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6647688" y="5650992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876288" y="55961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</a:t>
            </a:r>
            <a:endParaRPr lang="en-US" sz="1250" dirty="0"/>
          </a:p>
        </p:txBody>
      </p:sp>
      <p:sp>
        <p:nvSpPr>
          <p:cNvPr id="47" name="Text 45"/>
          <p:cNvSpPr txBox="1"/>
          <p:nvPr/>
        </p:nvSpPr>
        <p:spPr>
          <a:xfrm>
            <a:off x="8046720" y="561441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scenarios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9601200" y="55961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108.8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6629400" y="5779008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scenarios: 59% text / 23% audio / 18% visual.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TIMING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cannot test your way out of a hidden set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64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hidden set is ~60 scenarios of “edge cases and adversarial timing”. Passing the twenty-two we wrote proves little — they are the cases we thought of. So the fuzzer jitters timestamps, scales tool latency, moves commit points, collapses events onto identical timestamps, injects faults and truncates sessions — then asserts only invariants, never expectations.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834640"/>
            <a:ext cx="5349240" cy="3017520"/>
          </a:xfrm>
          <a:prstGeom prst="roundRect">
            <a:avLst>
              <a:gd name="adj" fmla="val 181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04672" y="306324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found two bugs no hand-written test could reach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3703320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33272" y="3657600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call vanished from the trace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3931920"/>
            <a:ext cx="4617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chunks landed on one timestamp, so a speculative call was superseded in the instant it was created. create_task schedules rather than runs — the body never executed, and the “every exit writes an outcome” guarantee lives inside that body.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22960" y="4818888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33272" y="477316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genuine double-booking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033272" y="5047488"/>
            <a:ext cx="4617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idempotency key included intent. Booking before the intent resolved and again afterwards gave two keys for one action — two reservations for one seat.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63640" y="2834640"/>
            <a:ext cx="5349240" cy="3017520"/>
          </a:xfrm>
          <a:prstGeom prst="roundRect">
            <a:avLst>
              <a:gd name="adj" fmla="val 181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519672" y="30632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invariants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537960" y="3593592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48272" y="354787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duplicate state-changing effect, ever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537960" y="3922776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748272" y="3877056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call left pending or missing from the trace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537960" y="4251960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48272" y="42062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effect left unresolved and unmentioned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537960" y="4581144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748272" y="453542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claimed that cannot be warranted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537960" y="4910328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748272" y="486460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speculation of a state-modifying tool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537960" y="5239512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748272" y="519379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run past the 120 s cap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6519672" y="550468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run held, across thousands of schedules.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AS MEASURED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machine learning earns its place — and where it doesn’t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learned components, both trained offline, both shipped as a few kilobytes of JSON, both inferring in numpy. scikit-learn is a development dependency and never runs at scenario time — the 120 s cap and the ban on runtime downloads decide that.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606040"/>
            <a:ext cx="6035040" cy="2286000"/>
          </a:xfrm>
          <a:prstGeom prst="roundRect">
            <a:avLst>
              <a:gd name="adj" fmla="val 2400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2788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Interruption classifier: rules vs model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004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977640" y="32004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5212080" y="32004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60273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phrasings, clean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3977640" y="3602736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212080" y="3602736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0.945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0050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+ ASR noise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3977640" y="400507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0.891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212080" y="400507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0.876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4074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arbitrated ensemble (test)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3977640" y="440740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0.907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5212080" y="440740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0.922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949440" y="2606040"/>
            <a:ext cx="4663440" cy="2286000"/>
          </a:xfrm>
          <a:prstGeom prst="roundRect">
            <a:avLst>
              <a:gd name="adj" fmla="val 2400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205472" y="27889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conclusion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7205472" y="320040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does not beat the rules. The feature vector was hand-designed to be discriminative, so a linear model over it fits a boundary the rules already encode.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ships only because the arbitrated ensemble beats rules alone — on a split used neither for fitting nor for choosing the arbitration policy. A +1.5 point margin is small, and is reported as small.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5120640"/>
            <a:ext cx="11064240" cy="1188720"/>
          </a:xfrm>
          <a:prstGeom prst="roundRect">
            <a:avLst>
              <a:gd name="adj" fmla="val 4615"/>
            </a:avLst>
          </a:prstGeom>
          <a:solidFill>
            <a:srgbClr val="12181F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822960" y="528523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Chasing the gap was worth more than the model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561441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surfaced a real extraction bug — “the Tuesday one” binding party_size = 1, a false slot in the scored snapshot — and the finding that an inserted “uh” derailed rule ordering entirely. Stripping hesitation before matching semantic cues lifted rule accuracy under noise from 0.809 to 0.891. With audio at 30% of the hidden set, that is the most valuable thing the detour produced.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THIN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 and tech stack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20440" cy="3200400"/>
          </a:xfrm>
          <a:prstGeom prst="roundRect">
            <a:avLst>
              <a:gd name="adj" fmla="val 1714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947672"/>
            <a:ext cx="137160" cy="137160"/>
          </a:xfrm>
          <a:prstGeom prst="roundRect">
            <a:avLst>
              <a:gd name="adj" fmla="val 266667"/>
            </a:avLst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4128" y="187452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3172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3.10–3.12 (pinned 3.12)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2 — typed wire contracts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 — all model inference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Pillow — frame decoding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asyncio — subclassed event loop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43400" y="1691640"/>
            <a:ext cx="3520440" cy="3200400"/>
          </a:xfrm>
          <a:prstGeom prst="roundRect">
            <a:avLst>
              <a:gd name="adj" fmla="val 1714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99432" y="1947672"/>
            <a:ext cx="137160" cy="137160"/>
          </a:xfrm>
          <a:prstGeom prst="roundRect">
            <a:avLst>
              <a:gd name="adj" fmla="val 266667"/>
            </a:avLst>
          </a:prstGeom>
          <a:solidFill>
            <a:srgbClr val="A371F7"/>
          </a:solidFill>
          <a:ln w="12700">
            <a:solidFill>
              <a:srgbClr val="A371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18888" y="187452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only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233172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 — offline training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+ pytest-asyncio — 233 tests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— reproducible build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+ pptxgenjs — this deck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38160" y="1691640"/>
            <a:ext cx="3520440" cy="3200400"/>
          </a:xfrm>
          <a:prstGeom prst="roundRect">
            <a:avLst>
              <a:gd name="adj" fmla="val 1714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394192" y="1947672"/>
            <a:ext cx="137160" cy="137160"/>
          </a:xfrm>
          <a:prstGeom prst="roundRect">
            <a:avLst>
              <a:gd name="adj" fmla="val 266667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13648" y="187452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Built, not imported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0" y="233172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virtual-clock harness + trace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mock environment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rubric scorer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 timing fuzzer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swimlane trace viewer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5120640"/>
            <a:ext cx="11064240" cy="1234440"/>
          </a:xfrm>
          <a:prstGeom prst="roundRect">
            <a:avLst>
              <a:gd name="adj" fmla="val 4444"/>
            </a:avLst>
          </a:prstGeom>
          <a:solidFill>
            <a:srgbClr val="12181F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22960" y="530352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LLM in the loop, and that is a design decision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632704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and interruption recovery are 75% of the score and both are properties of what got executed and what got cancelled — not of model quality. Latency is a further 15%, and inference time is pure cost against it. A brilliant LLM that double-books scores worse than a kernel that cannot. So the kernel is the product, and the language model is a component it is allowed to distrust.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CLOSE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Innovation, limitations, and what comes next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49240" cy="2788920"/>
          </a:xfrm>
          <a:prstGeom prst="roundRect">
            <a:avLst>
              <a:gd name="adj" fmla="val 1967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04672" y="1828800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appears to be ours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22960" y="2286000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33272" y="2240280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× work as two independent axes — the only way BACKCHANNEL and REPEAT_REQUEST are expressible at all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822960" y="2724912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33272" y="2679192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CANCELLED_UNCERTAIN, resolved by verifier probe, compensator, or admission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22960" y="3163824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33272" y="3118104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provable-speech gate that puts every claim’s warrant into the trace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22960" y="3602736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33272" y="3557016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multimodal grounding with calibrated abstention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2960" y="4041648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33272" y="3995928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 fuzzing as the defence against a hidden set nobody can see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63640" y="1645920"/>
            <a:ext cx="5349240" cy="2788920"/>
          </a:xfrm>
          <a:prstGeom prst="roundRect">
            <a:avLst>
              <a:gd name="adj" fmla="val 1967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519672" y="1828800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Limitations, stated plainly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537960" y="2286000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748272" y="2240280"/>
            <a:ext cx="46177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official evaluation kit was never released publicly; ours is a spec-faithful replica, and every interface assumption needs re-checking against the real one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537960" y="2834640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748272" y="2788920"/>
            <a:ext cx="46177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interruption corpus is synthetic — generated from the taxonomy, not real user speech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537960" y="3383280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748272" y="3337560"/>
            <a:ext cx="46177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Perception is trained on generated media; real device photographs drop into the same pipeline but are unmeasured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537960" y="3931920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748272" y="3886200"/>
            <a:ext cx="46177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Dependency-aware cancellation is not unique to us — other Theme 5 entries are working the same intuition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4663440"/>
            <a:ext cx="11064240" cy="1600200"/>
          </a:xfrm>
          <a:prstGeom prst="roundRect">
            <a:avLst>
              <a:gd name="adj" fmla="val 3429"/>
            </a:avLst>
          </a:prstGeom>
          <a:solidFill>
            <a:srgbClr val="12181F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22960" y="484632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Taken further as a worklet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" y="5175504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kernel is model-agnostic and manifest-driven, so it sits underneath an existing assistant rather than replacing it. The immediate extensions are a real ASR front-end in place of transcript replay, on-device perception weights for the troubleshooting case, and the trace viewer as a standing debugging tool — full-duplex agents are currently very hard to debug, and being able to see an interruption being absorbed is useful well beyond this hackathon.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PARLEY — Interruptible Real-Time Agents</dc:title>
  <dc:subject>PptxGenJS Presentation</dc:subject>
  <dc:creator>ThaparPatiala_TEAM</dc:creator>
  <cp:lastModifiedBy>ThaparPatiala_TEAM</cp:lastModifiedBy>
  <cp:revision>1</cp:revision>
  <dcterms:created xsi:type="dcterms:W3CDTF">2026-09-24T16:18:50Z</dcterms:created>
  <dcterms:modified xsi:type="dcterms:W3CDTF">2026-09-24T16:18:50Z</dcterms:modified>
</cp:coreProperties>
</file>