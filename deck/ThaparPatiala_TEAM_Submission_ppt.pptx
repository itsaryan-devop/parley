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PARLEY. Theme 5. The thesis in one line: interruption handling is a dataflow problem, not a control-flow problem. Everything else follows from taking that seriously.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Stopping the voice is right — the user no longer wants to hear the sentence. Stopping the work is wrong — they may still want the flight search that is 80%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thesis. Every in-flight call records which slots fed its arguments, so a slot correction invalidates exactly its readers — a dict lookup, not a judgement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Floor verbs come from the overlapping-speech literature (arXiv 2609.13117). The work axis is ours. Telling SELF_REPAIR from SLOT_CORRECTION uses Shriberg's disfluency structure: they differ in what the repair does to the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Cancellation happens BEFORE state is mutated. Patch the slot first and the in-flight call looks consistent with the new value, so it survives when it should die — invisible in a passing demo, fatal on the hidden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Undecidable media is generated separately and held out of training entirely. Teaching a classifier to pick one label for a frame with two LEDs lit would train away the behaviour that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Expectations are deliberately not checked under perturbation: move an interruption 200 ms later and the call has already finished, so cancelling it becomes impossible rather than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limitations slide deliberately. The jury asks about trade-offs, and a team that already knows its own weak points answers better than one defending a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spc="300" kern="0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PARLEY</a:t>
            </a:r>
            <a:endParaRPr lang="en-US" sz="82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063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interruption-native coordination kernel for full-duplex voice agents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406908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PRISM Y2026 GenAI Hackathon (3rd Edition)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05 — Interruptible Real-Time Agents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ThaparPatiala_TEAM · Thapar Institute of Engineering &amp; Technology, Patiala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778240" y="1901952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783080"/>
            <a:ext cx="822960" cy="182880"/>
          </a:xfrm>
          <a:prstGeom prst="roundRect">
            <a:avLst>
              <a:gd name="adj" fmla="val 250000"/>
            </a:avLst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30384" y="1783080"/>
            <a:ext cx="603504" cy="182880"/>
          </a:xfrm>
          <a:prstGeom prst="roundRect">
            <a:avLst>
              <a:gd name="adj" fmla="val 250000"/>
            </a:avLst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2322576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2203704"/>
            <a:ext cx="713232" cy="182880"/>
          </a:xfrm>
          <a:prstGeom prst="roundRect">
            <a:avLst>
              <a:gd name="adj" fmla="val 250000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0" y="2203704"/>
            <a:ext cx="932688" cy="182880"/>
          </a:xfrm>
          <a:prstGeom prst="roundRect">
            <a:avLst>
              <a:gd name="adj" fmla="val 250000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2743200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33104" y="2624328"/>
            <a:ext cx="1042416" cy="182880"/>
          </a:xfrm>
          <a:prstGeom prst="roundRect">
            <a:avLst>
              <a:gd name="adj" fmla="val 250000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0" y="3163824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0" y="3044952"/>
            <a:ext cx="438912" cy="182880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78240" y="3584448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85248" y="3465576"/>
            <a:ext cx="1371600" cy="182880"/>
          </a:xfrm>
          <a:prstGeom prst="roundRect">
            <a:avLst>
              <a:gd name="adj" fmla="val 250000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78240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timeline · one trace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IN OUR OWN WORDS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interrupt. Assistants take turns.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half-duplex assistant owns the microphone in phases: listen, think, speak — each excluding the others. People do not work like that. They interrupt. They correct themselves mid-noun-phrase. They change their mind while the machine is three tool calls deep into the plan they just abandoned.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fix is worse than the disease.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4048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 interrupt, throw the plan away and start over” discards work that was still valid, re-runs calls that already had side effects, and produces an assistant that is responsive and wrong instead of slow and right.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20840" y="1600200"/>
            <a:ext cx="4892040" cy="4023360"/>
          </a:xfrm>
          <a:prstGeom prst="roundRect">
            <a:avLst>
              <a:gd name="adj" fmla="val 136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040880" y="18288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framework we surveyed does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59168" y="238658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0" y="23317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25877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cancels any pending tasks in LLM and TTS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59168" y="316382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0" y="31089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 Agents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33649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the TTS stream and clears the output buffer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59168" y="394106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38862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1422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 fixed four-step teardown on barge-in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47548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conflate STOP SPEAKING with STOP WORKING.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conflation is the bug.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Exactly one thing changed. Kill exactly what read 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“…to Delhi — no, Mumbai.” One slot changed value. The right response is not to re-plan; it is to work out which in-flight computations read that slot, cancel precisely those, and leave everything else running.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64240" cy="233172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532120" y="3154680"/>
            <a:ext cx="22860" cy="1600200"/>
          </a:xfrm>
          <a:prstGeom prst="rect">
            <a:avLst/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2852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“no, Mumbai”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search_flights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51760" y="3273552"/>
            <a:ext cx="2880360" cy="219456"/>
          </a:xfrm>
          <a:prstGeom prst="roundRect">
            <a:avLst>
              <a:gd name="adj" fmla="val 208333"/>
            </a:avLst>
          </a:prstGeom>
          <a:solidFill>
            <a:srgbClr val="F851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41848" y="32552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destination  →  cancelled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6732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search_hotels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063240" y="3785616"/>
            <a:ext cx="4663440" cy="219456"/>
          </a:xfrm>
          <a:prstGeom prst="roundRect">
            <a:avLst>
              <a:gd name="adj" fmla="val 208333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36408" y="37673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read it  →  survives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27939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search_flights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0" y="4297680"/>
            <a:ext cx="3017520" cy="219456"/>
          </a:xfrm>
          <a:prstGeom prst="roundRect">
            <a:avLst>
              <a:gd name="adj" fmla="val 208333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96528" y="4279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re-planned on the new value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5902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flush kills the hotel search too — and gains nothing for it.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Over-cancelling scores as badly as under-cancelling: task completion (40%) falls while nothing is gained on interruption recovery (35%).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TAXONOMY IS A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interruption forces two decisions, not one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policy is what happens to our voice. Work policy is what happens to our in-flight tool calls. They are independent. The naive system is the diagonal — yield implies cancel everything — and the score lives off it.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7889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ALL WORK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CANCEL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7325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ALL WORK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632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76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utterance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920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88920" y="30632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44368" y="32369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36392" y="31729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SELF_REPAIR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944368" y="34655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“book the… uh… the Tuesday one”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88920" y="39776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944368" y="41513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36392" y="40873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944368" y="43799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“make it morning flights only”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889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9443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1363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BARGE_IN · REPEAT · BACKCHANNEL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9443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“hold on” · “say that again” · “mhm”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7607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9161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081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SLOT_CORRECTION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161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“…to Delhi — no, Mumbai”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325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8879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0799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GOAL_SWITCH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8879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“forget flights, find a hotel”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704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amber cell is where every framework we surveyed is wrong: yield the floor, keep every call. Cancelling there throws away valid work — and re-running it afterwards is the “stale re-run” the 35% block penalises.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PATH, SLOW PATH, ONE TRACE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868680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1907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165506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IN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1901952"/>
            <a:ext cx="8138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chunks   ·   WAV clips   ·   PNG frames   ·   interrupt signals   ·   tool results   ·   tool manifest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304288"/>
            <a:ext cx="8686800" cy="932688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45059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41832" y="238658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 — pure Python, zero inference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41832" y="2633472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Interpreter  rules + learned classifier over one feature vector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FloorManager  provable-speech gate · filler rationing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493008"/>
            <a:ext cx="8686800" cy="1115568"/>
          </a:xfrm>
          <a:prstGeom prst="roundRect">
            <a:avLst>
              <a:gd name="adj" fmla="val 49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63931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1832" y="35753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KERNEL — 75% of the score is decided here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41832" y="3822192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CallRegistry  slot → in-flight readers index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Dispatcher  cancellation-safe dispatch · join · supersede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IdempotencyLedger  claimed BEFORE dispatch · verify → compensate → or disclose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64608"/>
            <a:ext cx="8686800" cy="749808"/>
          </a:xfrm>
          <a:prstGeom prst="roundRect">
            <a:avLst>
              <a:gd name="adj" fmla="val 731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9808" y="501091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1832" y="49469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PATH — never blocks the fast path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41832" y="519379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  manifest-driven · speculative before end-of-turn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Perception  PNG/WAV → features → calibrated softmax + abstention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870448"/>
            <a:ext cx="868680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601675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1832" y="595274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OUT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41832" y="6199632"/>
            <a:ext cx="8138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  ·   tool_call   ·   cancel   ·   clarify   ·   final response + state snapshot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64608" y="210312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64608" y="329184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64608" y="466344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64608" y="566928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64040" y="1572768"/>
            <a:ext cx="2148840" cy="4773168"/>
          </a:xfrm>
          <a:prstGeom prst="roundRect">
            <a:avLst>
              <a:gd name="adj" fmla="val 2553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646920" y="1783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TRACE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646920" y="2240280"/>
            <a:ext cx="1783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event, action and kernel decision, append-only, on one virtual clock.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reads trace logs — so the trace is not telemetry. It is the scoring surface.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action that is not logged did not happen.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5806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viz/timeline.html replays it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75% OF EVERY SCENARIO IS DECIDED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guarantees in the kernel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384048" cy="38404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965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4767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leaves the trace unaccounted for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9631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is wrapped so the cancellation path writes its outcome on the way out — plus a done-callback, because a task cancelled before its first step never runs its body at all.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9672" y="1947672"/>
            <a:ext cx="384048" cy="384048"/>
          </a:xfrm>
          <a:prstGeom prst="ellipse">
            <a:avLst/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1965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94767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changes are claimed before dispatch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49631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Claiming after is a race that two re-plans five milliseconds apart will lose. Failed and compensated are retryable; succeeded and in-flight are not.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4142232"/>
            <a:ext cx="384048" cy="38404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4223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Confirming an in-flight call joins it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69087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issuing a second one. Without join, speculation manufactures exactly the duplicate state changes the safety block penalises.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88620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4142232"/>
            <a:ext cx="384048" cy="38404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19672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414223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cancel is a request, not a fact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469087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Cancelling a state-modifying call yields CANCELLED_UNCERTAIN — the cancel may have landed after the effect committed. Resolved by probing a declared verifier, compensating via a declared inverse, or saying out loud that we cannot tell.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is the one most designs collapse to a boolean — and it is how a state snapshot silently stops matching the world.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— THE LARGEST SINGLE LEVER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 that knows when it doesn’t know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hidden set is audio or visual, at a 1.5× multiplier. Frames and clips are acknowledged immediately and decoded as background tasks — “behind conversational acknowledgments” is a concurrency requirement, not a tone.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88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nobody mentions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82112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 is badly overconfident off-distribution. Ours labelled blown-out photographs and frames with two LEDs lit at ~0.9 confidence — exactly the confidently-wrong perception objective 5 penalises twice.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436168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315968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calibration, constrained to T ≥ 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590288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Unconstrained it fitted to 0.50 — a perfectly separated validation set drives the NLL optimum to zero. Calibration may soften; never sharpen.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5349240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303520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Mahalanobis abstention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577840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Thresholded by how far genuine in-distribution data actually reaches. A false abstention costs one question; a false confident answer costs task completion and truthfulness.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0" y="1600200"/>
            <a:ext cx="5029200" cy="4572000"/>
          </a:xfrm>
          <a:prstGeom prst="roundRect">
            <a:avLst>
              <a:gd name="adj" fmla="val 12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0" y="1828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outcomes, not two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858000" y="2377440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23317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23500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winner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2642616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“That’s the power LED — here’s what solid red means.”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0" y="3547872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86600" y="35021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520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labels too close to separate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813048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can’t tell from the picture — is it the power LED or the WAN LED?”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58000" y="4718304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467258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4690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resembling the training distribution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98348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couldn’t make that out — could you describe it?”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5715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undecidable frames and 11/12 undecidable clips are refused rather than guessed.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STRICTLY FROM TRACE LOGS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FB9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30/30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scenarios pass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declared check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109.2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score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(quality multiplier on 100)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58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1980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perturbed runs holding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invariant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8745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A37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348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265176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including every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end-to-end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component, averaged across the suite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31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393192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520440" y="3977640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0440" y="3977640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40680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62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 recovery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446227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520440" y="4507992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0440" y="4507992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40680" y="4462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9926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latency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880360" y="49926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520440" y="5038344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0440" y="5038344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40680" y="49926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522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protocol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2880360" y="55229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520440" y="5568696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0440" y="5568696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40680" y="55229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55080" y="3429000"/>
            <a:ext cx="5257800" cy="27432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29400" y="3639312"/>
            <a:ext cx="4709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modality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629400" y="396849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set applies 1.5× to multimodal scenarios, and half of it is multimodal.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647688" y="4626864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76288" y="45720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45902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scenarios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01200" y="4572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110.1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647688" y="513892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76288" y="50840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8046720" y="5102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scenarios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01200" y="50840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107.1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647688" y="565099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76288" y="55961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046720" y="56144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scenarios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601200" y="55961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109.2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629400" y="577900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scenarios: 53% text / 23% audio / 23% visual.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TIMING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test your way out of a hidden set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set is ~60 scenarios of “edge cases and adversarial timing”. Passing the thirty we wrote proves little — they are the cases we thought of. So the fuzzer jitters timestamps, scales tool latency, moves commit points, collapses events onto identical timestamps, injects faults and truncates sessions — then asserts only invariants, never expectations.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3063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found two bugs no hand-written test could reach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33272" y="365760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 vanished from the trace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393192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chunks landed on one timestamp, so a speculative call was superseded in the instant it was created. create_task schedules rather than runs — the body never executed, and the “every exit writes an outcome” guarantee lives inside that body.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481888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47731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double-booking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33272" y="5047488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idempotency key included intent. Booking before the intent resolved and again afterwards gave two keys for one action — two reservations for one seat.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63640" y="283464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19672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invariants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37960" y="359359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48272" y="35478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state-changing effect, ever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37960" y="3922776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8272" y="38770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call left pending or missing from the trace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37960" y="425196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48272" y="4206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effect left unresolved and unmentioned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37960" y="4581144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48272" y="45354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claimed that cannot be warranted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37960" y="4910328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48272" y="4864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speculation of a state-modifying tool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37960" y="523951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48272" y="51937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run past the 120 s cap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519672" y="5504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held, across thousands of schedules.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AS MEASURED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machine learning earns its place — and where it doesn’t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learned components, both trained offline, both shipped as a few kilobytes of JSON, both inferring in numpy. scikit-learn is a development dependency and never runs at scenario time — the 120 s cap and the ban on runtime downloads decide that.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6035040" cy="2286000"/>
          </a:xfrm>
          <a:prstGeom prst="roundRect">
            <a:avLst>
              <a:gd name="adj" fmla="val 24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788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 classifier: rules vs model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97764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02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phrasings, clean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36027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36027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0.945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005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+ ASR noise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977640" y="40050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0.891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40050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0.876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07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arbitrated ensemble (test)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977640" y="44074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0.907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44074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49440" y="2606040"/>
            <a:ext cx="4663440" cy="2286000"/>
          </a:xfrm>
          <a:prstGeom prst="roundRect">
            <a:avLst>
              <a:gd name="adj" fmla="val 24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205472" y="2788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conclusion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7205472" y="320040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 not beat the rules. The feature vector was hand-designed to be discriminative, so a linear model over it fits a boundary the rules already encode.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ships only because the arbitrated ensemble beats rules alone — on a split used neither for fitting nor for choosing the arbitration policy. A +1.5 point margin is small, and is reported as small.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12064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2960" y="52852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Chasing the gap was worth more than the model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61441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surfaced a real extraction bug — “the Tuesday one” binding party_size = 1, a false slot in the scored snapshot — and the finding that an inserted “uh” derailed rule ordering entirely. Stripping hesitation before matching semantic cues lifted rule accuracy under noise from 0.809 to 0.891. With audio at 30% of the hidden set, that is the most valuable thing the detour produced.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THIN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tech stack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3.10–3.12 (pinned 3.12)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2 — typed wire contracts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— all model inference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 — frame decoding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asyncio — subclassed event loop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888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only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— offline training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pytest-asyncio — 233 tests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— reproducible build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pptxgenjs — this deck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9419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1364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not imported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virtual-clock harness + trace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mock environment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scorer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timing fuzzer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swimlane trace viewer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53035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in the loop, and that is a design decision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632704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and interruption recovery are 75% of the score and both are properties of what got executed and what got cancelled — not of model quality. Latency is a further 15%, and inference time is pure cost against it. A brilliant LLM that double-books scores worse than a kernel that cannot. So the kernel is the product, and the language model is a component it is allowed to distrust.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CLOSE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Innovation, limitations, and what comes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2788920"/>
          </a:xfrm>
          <a:prstGeom prst="roundRect">
            <a:avLst>
              <a:gd name="adj" fmla="val 196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appears to be ours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224028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× work as two independent axes — the only way BACKCHANNEL and REPEAT_REQUEST are expressible at 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272491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2679192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CANCELLED_UNCERTAIN, resolved by verifier probe, compensator, or admission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3163824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118104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provable-speech gate that puts every claim’s warrant into the trace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3602736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3272" y="3557016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multimodal grounding with calibrated abstention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4041648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33272" y="3995928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fuzzing as the defence against a hidden set nobody can see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1645920"/>
            <a:ext cx="5349240" cy="2788920"/>
          </a:xfrm>
          <a:prstGeom prst="roundRect">
            <a:avLst>
              <a:gd name="adj" fmla="val 196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9672" y="1828800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stated plainly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37960" y="228600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48272" y="224028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official evaluation kit was never released publicly; ours is a spec-faithful replica, and every interface assumption needs re-checking against the real one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37960" y="283464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48272" y="278892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interruption corpus is synthetic — generated from the taxonomy, not real user speech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37960" y="338328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48272" y="333756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is trained on generated media; real device photographs drop into the same pipeline but are unmeasured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37960" y="393192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48272" y="388620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Dependency-aware cancellation is not unique to us — other Theme 5 entries are working the same intuition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66344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2960" y="48463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further as a worklet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175504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kernel is model-agnostic and manifest-driven, so it sits underneath an existing assistant rather than replacing it. The immediate extensions are a real ASR front-end in place of transcript replay, on-device perception weights for the troubleshooting case, and the trace viewer as a standing debugging tool — full-duplex agents are currently very hard to debug, and being able to see an interruption being absorbed is useful well beyond this hackathon.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PARLEY — Interruptible Real-Time Agents</dc:title>
  <dc:subject>PptxGenJS Presentation</dc:subject>
  <dc:creator>ThaparPatiala_TEAM</dc:creator>
  <cp:lastModifiedBy>ThaparPatiala_TEAM</cp:lastModifiedBy>
  <cp:revision>1</cp:revision>
  <dcterms:created xsi:type="dcterms:W3CDTF">2026-09-25T04:11:49Z</dcterms:created>
  <dcterms:modified xsi:type="dcterms:W3CDTF">2026-09-25T04:11:49Z</dcterms:modified>
</cp:coreProperties>
</file>