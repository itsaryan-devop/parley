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Arial"/>
              </a:rPr>
              <a:t>Strict pass rate (exact match)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pass %</c:v>
                </c:pt>
              </c:strCache>
            </c:strRef>
          </c:tx>
          <c:spPr>
            <a:solidFill>
              <a:srgbClr val="0969D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 clips · Orpheus TTS</c:v>
                  </c:pt>
                  <c:pt idx="1">
                    <c:v>5 clips · local Piper TTS</c:v>
                  </c:pt>
                  <c:pt idx="2">
                    <c:v>5 clips · ablation (ours off)</c:v>
                  </c:pt>
                  <c:pt idx="3">
                    <c:v>10 spread · before fixes</c:v>
                  </c:pt>
                  <c:pt idx="4">
                    <c:v>10 spread · with fixes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80</c:v>
                </c:pt>
                <c:pt idx="2">
                  <c:v>100</c:v>
                </c:pt>
                <c:pt idx="3">
                  <c:v>30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Scored on Full-Duplex-Bench v3 (arXiv 2604.04847): 100 real human recordings, 12 tools, 4 domains.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clips · Orpheus TTS: 4/5 · 10.1 s
5 clips · local Piper TTS: 4/5 · 5.7 s
5 clips · ablation (ours off): 5/5 · 5.0 s
10 spread · before fixes: 3/10 · 6.1 s
10 spread · with fixes: 4/10 · 6.8 s
Full log: docs/FDB_RESULTS.md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· Theme 05 — Interruptible Real-Time Agents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LiveKit voice agent that listens through self-corrections before it acts.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B9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“…move my mortgage autopay to checking — wait, no — make it savings.”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ThaparPatiala_&lt;TEAM&gt; · Thapar Institute of Engineering &amp; Technology, Patiala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changed word, two tool calls, a failed task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don't speak in finished commands. They correct themselves, pause to find an order number, and spell IDs one character at a time.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agent that calls a tool the moment it hears a plausible value acts on the abandoned one, then fires a second call for the correction. On FDB-v3 that extra call fails the scenario.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1783080"/>
            <a:ext cx="475488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965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5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&gt;40%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7889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self-correction scenarios failed even by GPT-Realtime, the best system in the FDB-v3 paper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3931920"/>
            <a:ext cx="475488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41148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5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49377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Pass@1 of the paper's stock cascaded agent (Whisper → GPT-4o → TTS), with the gpt-4o judge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Full-Duplex-Bench-v3, arXiv 2604.04847 (Apr 2026).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 before effect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audio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room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6712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3172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Silero VAD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Whisper STT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4164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PARLEY turn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listening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1616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8076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tool calls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9068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canonicaliser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ToolGuard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· dedupe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6520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2980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2124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FDB-v3 APIs 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TTS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92124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voice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learned endpointer holds the turn while the words end on “no”, “I mean”, a dangling word or a trailing “…”.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ToolGuard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waits 0.3 s and runs only if the user is silent — otherwise “not executed, still speaking”. Identical (tool, args) runs once.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of the stock agent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12 tools, schemas and logs as FDB-v3’s cascaded agent, so the benchmark scores it like the baseline.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PARLEY adds, and the failure each one fixes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waits for silence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issued while the user is still talking is deferred, not only one they resume inside the window.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clip: two calls (checking, savings) → one call on savings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detector reads Whisper right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23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“I’m” and a pause-capitalised word are not proper nouns; a trailing “…” is not a finished value.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Trailing-off turn: 0.986 “done” → 0.011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IDs canonicalised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“P-5-2” → “P52”, only in ID arguments whose pieces are ≤ 3 characters. The prompt version was ignored by the LLM.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Spelled-ID clip now passes exact match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TTS, patient retries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663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speaks on CPU (Groq's free TTS allows 100 requests a day). LLM retries 6 × 3 s instead of giving up after ~7 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latency 10.1 s → 5.7 s on the same clips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FDB-V3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small samples, reported as measured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before comparing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19456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Exact-match scoring only: no OpenAI key, so FDB-v3's gpt-4o judge did not run.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clips per run. The same clip has flipped between pass and fail on replays.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without a GPU, on a local LiveKit server; latency is from that box.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100-clip run yet: Groq's free tier caps each tool-calling model at 200K tokens/day, and a clip costs ~4K.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ablation actually says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5 easy clips: no benefit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our turn detector and guard switched off, the same 5 clips scored 5/5 vs our 4/5, and 0.6 s faster. The differing clip flips on replays, so it is noise. None of those clips has a self-correction.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does work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spread set, the guard deferred 4–5 premature calls per run. The self-correction clip went from calling the abandoned value to one call on the corrected one.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agent change fixes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spoken city or destination never reaches the transcript, the agent correctly asks for it. Exact match also rejects synonyms such as filter names that a judge might accept.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USE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Extension: troubleshooting from a camera frame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shows the agent an appliance panel or a router’s LEDs; the agent reads the error code or LED pattern and looks it up.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frame can't be decided (blur, two plausible LEDs), it asks instead of guessing, and nothing is dispatched until the user answers.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built by a teammate on branch extension-camera, on top of the perception code in parley/multimodal/. It is not part of the FDB-v3 scores.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040880" y="1828800"/>
            <a:ext cx="4572000" cy="3931920"/>
          </a:xfrm>
          <a:prstGeom prst="roundRect">
            <a:avLst>
              <a:gd name="adj" fmla="val 279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205740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(video)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Photo of a washing-machine panel → error code read → fix looked 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Router with two LEDs lit → “the WAN LED or the power LED?”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user interrupts mid-answer; the plan updates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100-clip run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671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more LLM quota than the free tier gives in a day, or the LLM served locally on the evaluation GPU (e.g. gpt-oss-20b under vLLM).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80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 the gpt-4o judge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6440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numbers are exact-match; the paper's are judged. A like-for-like comparison needs one judged run.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Audio-aware turn-taking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616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endpointer reads words only. An open audio model such as Pipecat’s Smart Turn v3 (BSD-2, ~12 ms on CPU) could hear a trailing-off tone the transcript hides.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074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on self-correction clips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5896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guard and turn detector on the 21 self-correction scenarios they were built for, not on easy clips.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listens through self-corrections before it acts</dc:title>
  <dc:subject>PptxGenJS Presentation</dc:subject>
  <dc:creator>ThaparPatiala_TEAM</dc:creator>
  <cp:lastModifiedBy>ThaparPatiala_TEAM</cp:lastModifiedBy>
  <cp:revision>1</cp:revision>
  <dcterms:created xsi:type="dcterms:W3CDTF">2026-09-30T01:11:14Z</dcterms:created>
  <dcterms:modified xsi:type="dcterms:W3CDTF">2026-09-30T01:11:14Z</dcterms:modified>
</cp:coreProperties>
</file>